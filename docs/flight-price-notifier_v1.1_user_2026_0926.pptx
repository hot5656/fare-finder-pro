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封面。網址 flights.roberthut.com，結尾頁有 QR code。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用「你上次買機票查了幾天？」開場，讓聽眾回想自己手動比價的經驗。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目前免費：一次訂閱一個月，到期可以再免費重新訂閱，次數不限。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首頁第三張卡片是免費模式的文字「目前免費使用，不想用隨時停。」。第一張卡片不限台北出發，口頭補充目前也有東京 ✈ 紐約。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強調可以同時追蹤多條航線；想要新的航線請來信，會依需求調整。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信件內容：NT$ 票價、約當 US$、你的目標價；航班詳情（航空公司、航班、去回程時間、飛行時間）；黃色提醒：票價只適用這組日期；「立即訂購」直接帶到訂票搜尋頁。信中票價是訂票網站近期的查詢結果，實際價格以訂購頁為準。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免費訂閱：按下立即生效；一個月到期自動結束；取消立即停止；已結束後可無限次免費重新訂閱。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一個月到期的信需等到期才會收到，這裡以文字說明。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輸入空白、0 或負數會顯示「請輸入有效的目標價」。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清單：事先確認網站處於免費模式（按鈕文字是「開始免費追蹤（一個月）」）；事先準備一個已設定好密碼的帳號，避免現場等註冊信；通知信無法保證現場觸發，準備事先收到的通知信截圖當備案；Demo 完記得取消 Demo 帳號的訂閱。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173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機票降價通知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5303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Flight Price</a:t>
            </a:r>
            <a:endParaRPr lang="en-US" sz="4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Notifier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設定航線與目標價，機票降價就通知你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06908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Set a route and a target price — we email you when the fare drops.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4800600"/>
            <a:ext cx="3200400" cy="457200"/>
          </a:xfrm>
          <a:prstGeom prst="roundRect">
            <a:avLst>
              <a:gd name="adj" fmla="val 50000"/>
            </a:avLst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8006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flights.roberthut.com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989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Robert Kao ｜ 2026-09-26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08192" y="1673352"/>
            <a:ext cx="5614416" cy="3557016"/>
          </a:xfrm>
          <a:prstGeom prst="roundRect">
            <a:avLst>
              <a:gd name="adj" fmla="val 3085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0" name="Image 0" descr="首頁：Flight Price Notifier，設定航線與目標價，機票降價就通知你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73736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1 ・ 開場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你是不是也這樣買機票？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2926080"/>
          </a:xfrm>
          <a:prstGeom prst="roundRect">
            <a:avLst>
              <a:gd name="adj" fmla="val 3750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03120"/>
            <a:ext cx="822960" cy="822960"/>
          </a:xfrm>
          <a:prstGeom prst="ellipse">
            <a:avLst/>
          </a:prstGeom>
          <a:solidFill>
            <a:srgbClr val="E5352F">
              <a:alpha val="20000"/>
            </a:srgbClr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📈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154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價格天天變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65760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機票價格每天浮動，只能一直手動刷網站。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1783080"/>
            <a:ext cx="3520440" cy="2926080"/>
          </a:xfrm>
          <a:prstGeom prst="roundRect">
            <a:avLst>
              <a:gd name="adj" fmla="val 3750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17720" y="2103120"/>
            <a:ext cx="822960" cy="822960"/>
          </a:xfrm>
          <a:prstGeom prst="ellipse">
            <a:avLst/>
          </a:prstGeom>
          <a:solidFill>
            <a:srgbClr val="E5352F">
              <a:alpha val="20000"/>
            </a:srgbClr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17720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💰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3154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只在意預算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365760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其實不在意哪天飛，只想用預算內的價格出發。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046720" y="1783080"/>
            <a:ext cx="3520440" cy="2926080"/>
          </a:xfrm>
          <a:prstGeom prst="roundRect">
            <a:avLst>
              <a:gd name="adj" fmla="val 3750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66760" y="2103120"/>
            <a:ext cx="822960" cy="822960"/>
          </a:xfrm>
          <a:prstGeom prst="ellipse">
            <a:avLst/>
          </a:prstGeom>
          <a:solidFill>
            <a:srgbClr val="E5352F">
              <a:alpha val="20000"/>
            </a:srgbClr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6760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😩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8366760" y="3154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一錯過就多花好幾千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366760" y="365760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一不注意低價就沒了，最後多付好幾千。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「你上次買機票，查了幾天？」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1 ・ 開場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一句話介紹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幫你盯著熱門航線，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來回最低價</a:t>
            </a:r>
            <a:pPr indent="0" marL="0">
              <a:buNone/>
            </a:pPr>
            <a:r>
              <a:rPr lang="en-US" sz="28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低於你的目標價</a:t>
            </a:r>
            <a:pPr indent="0" marL="0">
              <a:buNone/>
            </a:pPr>
            <a:r>
              <a:rPr lang="en-US" sz="28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，就寄 email 通知你。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971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適合：預算導向、出發日期有彈性的旅客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361188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39319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NT$0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937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目前免費使用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97680" y="361188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617720" y="39319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 個月</a:t>
            </a:r>
            <a:endParaRPr lang="en-US" sz="48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4937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每次訂閱的服務期間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46720" y="361188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366760" y="39319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無限次</a:t>
            </a:r>
            <a:endParaRPr lang="en-US" sz="4800" dirty="0"/>
          </a:p>
        </p:txBody>
      </p:sp>
      <p:sp>
        <p:nvSpPr>
          <p:cNvPr id="14" name="Text 12"/>
          <p:cNvSpPr txBox="1"/>
          <p:nvPr/>
        </p:nvSpPr>
        <p:spPr>
          <a:xfrm>
            <a:off x="8366760" y="4937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到期可再免費重新訂閱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2 ・ 功能介紹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三大功能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777240" cy="777240"/>
          </a:xfrm>
          <a:prstGeom prst="ellipse">
            <a:avLst/>
          </a:prstGeom>
          <a:solidFill>
            <a:srgbClr val="E5352F">
              <a:alpha val="20000"/>
            </a:srgbClr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✈️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67335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盯緊熱門航線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12140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自動查詢熱門航線的來回最低票價。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154680"/>
            <a:ext cx="777240" cy="777240"/>
          </a:xfrm>
          <a:prstGeom prst="ellipse">
            <a:avLst/>
          </a:prstGeom>
          <a:solidFill>
            <a:srgbClr val="E5352F">
              <a:alpha val="20000"/>
            </a:srgbClr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1546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🔔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313639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達標自動通知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358444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低於你設定的目標價，就寄 email，附「立即訂購」連結。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617720"/>
            <a:ext cx="777240" cy="777240"/>
          </a:xfrm>
          <a:prstGeom prst="ellipse">
            <a:avLst/>
          </a:prstGeom>
          <a:solidFill>
            <a:srgbClr val="E5352F">
              <a:alpha val="20000"/>
            </a:srgbClr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6177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🚫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459943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隨時取消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600200" y="504748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不想收了，一鍵取消。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336792" y="1536192"/>
            <a:ext cx="5340096" cy="4285319"/>
          </a:xfrm>
          <a:prstGeom prst="roundRect">
            <a:avLst>
              <a:gd name="adj" fmla="val 2561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7" name="Image 0" descr="首頁全頁與三張功能卡片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600200"/>
            <a:ext cx="5212080" cy="415730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2 ・ 功能介紹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目前先開放 4 條航線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06040" cy="914400"/>
          </a:xfrm>
          <a:prstGeom prst="roundRect">
            <a:avLst>
              <a:gd name="adj" fmla="val 12000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台北 ✈ 東京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337560" y="1645920"/>
            <a:ext cx="2606040" cy="914400"/>
          </a:xfrm>
          <a:prstGeom prst="roundRect">
            <a:avLst>
              <a:gd name="adj" fmla="val 12000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337560" y="164592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台北 ✈ 首爾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" y="2743200"/>
            <a:ext cx="2606040" cy="914400"/>
          </a:xfrm>
          <a:prstGeom prst="roundRect">
            <a:avLst>
              <a:gd name="adj" fmla="val 12000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548640" y="27432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台北 ✈ 倫敦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37560" y="2743200"/>
            <a:ext cx="2606040" cy="914400"/>
          </a:xfrm>
          <a:prstGeom prst="roundRect">
            <a:avLst>
              <a:gd name="adj" fmla="val 12000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337560" y="27432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東京 ✈ 紐約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93192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每條航線各自設定目標價、各自訂閱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來回・新台幣計價（附美金參考）・約每 30 分鐘更新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846320"/>
            <a:ext cx="5394960" cy="1325880"/>
          </a:xfrm>
          <a:prstGeom prst="roundRect">
            <a:avLst>
              <a:gd name="adj" fmla="val 8276"/>
            </a:avLst>
          </a:prstGeom>
          <a:solidFill>
            <a:srgbClr val="0E4A50"/>
          </a:solidFill>
          <a:ln w="19050">
            <a:solidFill>
              <a:srgbClr val="E535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22960" y="501091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想追蹤其他航線？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539496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來信告訴我，我會依大家的需求調整航線。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Robert ｜ robertkao5656@gmail.com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91072" y="1581912"/>
            <a:ext cx="5431536" cy="3442716"/>
          </a:xfrm>
          <a:prstGeom prst="roundRect">
            <a:avLst>
              <a:gd name="adj" fmla="val 3187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7" name="Image 0" descr="Dashboard 上的四條航線卡片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645920"/>
            <a:ext cx="5303520" cy="33147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2 ・ 功能介紹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降價通知信長什麼樣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536192"/>
            <a:ext cx="6437376" cy="4183263"/>
          </a:xfrm>
          <a:prstGeom prst="roundRect">
            <a:avLst>
              <a:gd name="adj" fmla="val 2623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降價通知信：台北到東京 NT$6,938 已達標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600200"/>
            <a:ext cx="6309360" cy="4055247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269480" y="1600200"/>
            <a:ext cx="4343400" cy="1417320"/>
          </a:xfrm>
          <a:prstGeom prst="roundRect">
            <a:avLst>
              <a:gd name="adj" fmla="val 7742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98080" y="175564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通知頻率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498080" y="2130552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價格仍低於目標價時，約每 24 小時提醒一次；再大幅下降（降 20% 以上或少 NT$2,000 以上）會提早通知。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269480" y="3172968"/>
            <a:ext cx="4343400" cy="1417320"/>
          </a:xfrm>
          <a:prstGeom prst="roundRect">
            <a:avLst>
              <a:gd name="adj" fmla="val 7742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498080" y="332841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不想每天收到？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498080" y="370332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把目標價調低到你真正想買的價格，價格再降時才通知；不需要了也可以隨時取消。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269480" y="4745736"/>
            <a:ext cx="4343400" cy="1417320"/>
          </a:xfrm>
          <a:prstGeom prst="roundRect">
            <a:avLst>
              <a:gd name="adj" fmla="val 7742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98080" y="490118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回程日期不理想？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7498080" y="5276088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在訂票頁調整日期比價，有機會找到仍在預算內的組合（通常不會比通知價更低）。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2 ・ 功能介紹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免費訂閱怎麼運作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130552" cy="777240"/>
          </a:xfrm>
          <a:prstGeom prst="roundRect">
            <a:avLst>
              <a:gd name="adj" fmla="val 14118"/>
            </a:avLst>
          </a:prstGeom>
          <a:solidFill>
            <a:srgbClr val="0E4A50"/>
          </a:solidFill>
          <a:ln w="25400">
            <a:solidFill>
              <a:srgbClr val="22626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尚未訂閱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029200" y="1645920"/>
            <a:ext cx="2130552" cy="777240"/>
          </a:xfrm>
          <a:prstGeom prst="roundRect">
            <a:avLst>
              <a:gd name="adj" fmla="val 14118"/>
            </a:avLst>
          </a:prstGeom>
          <a:solidFill>
            <a:srgbClr val="0E4A50"/>
          </a:solidFill>
          <a:ln w="25400">
            <a:solidFill>
              <a:srgbClr val="E535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0" y="1645920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免費 · 有效中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9509760" y="1645920"/>
            <a:ext cx="2130552" cy="777240"/>
          </a:xfrm>
          <a:prstGeom prst="roundRect">
            <a:avLst>
              <a:gd name="adj" fmla="val 14118"/>
            </a:avLst>
          </a:prstGeom>
          <a:solidFill>
            <a:srgbClr val="0E4A50"/>
          </a:solidFill>
          <a:ln w="25400">
            <a:solidFill>
              <a:srgbClr val="22626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509760" y="1645920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已結束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2788920" y="2039112"/>
            <a:ext cx="2130552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2697480" y="157276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開始免費追蹤（一個月）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269480" y="1901952"/>
            <a:ext cx="2130552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7269480" y="1481328"/>
            <a:ext cx="2130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到期 或 取消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269480" y="2194560"/>
            <a:ext cx="2130552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headEnd type="triangle"/>
          </a:ln>
        </p:spPr>
      </p:sp>
      <p:sp>
        <p:nvSpPr>
          <p:cNvPr id="15" name="Text 13"/>
          <p:cNvSpPr txBox="1"/>
          <p:nvPr/>
        </p:nvSpPr>
        <p:spPr>
          <a:xfrm>
            <a:off x="7269480" y="2286000"/>
            <a:ext cx="2130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免費重新訂閱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30352" y="2999232"/>
            <a:ext cx="3374136" cy="2079530"/>
          </a:xfrm>
          <a:prstGeom prst="roundRect">
            <a:avLst>
              <a:gd name="adj" fmla="val 5277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7" name="Image 0" descr="東京航線卡片：免費 · 有效至 2026/10/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063240"/>
            <a:ext cx="3246120" cy="195151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48640" y="51206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訂閱後：「免費 · 有效至 2026/10/25」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142232" y="2999232"/>
            <a:ext cx="3374136" cy="1829828"/>
          </a:xfrm>
          <a:prstGeom prst="roundRect">
            <a:avLst>
              <a:gd name="adj" fmla="val 5997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20" name="Image 1" descr="東京航線卡片：已結束，可免費重新訂閱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3063240"/>
            <a:ext cx="3246120" cy="1701812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4160520" y="48920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結束後：「已結束」＋「免費重新訂閱」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7955280" y="3063240"/>
            <a:ext cx="3703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按下就生效，不用付款、不用填信用卡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服務一個月，期間內達標就通知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到期自動結束並寄信告知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取消會立即停止通知（不保留到到期日）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已結束後可無限次免費重新訂閱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2 ・ 功能介紹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你會收到哪些信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56692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2976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時機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35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信件主旨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35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訂閱成功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✈️ 免費訂閱成功！台北 → 東京 降價通知已開始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價格達標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✈️ 台北 → 東京 降價通知！NT$x,xxx 已達標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主動取消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已取消 台北 → 東京 的降價通知訂閱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一個月到期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免費訂閱期已結束，附重新訂閱連結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611112" y="1581912"/>
            <a:ext cx="5065776" cy="1651810"/>
          </a:xfrm>
          <a:prstGeom prst="roundRect">
            <a:avLst>
              <a:gd name="adj" fmla="val 6643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6" name="Image 0" descr="免費訂閱成功信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645920"/>
            <a:ext cx="4937760" cy="152379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629400" y="32735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訂閱成功信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6611112" y="3776472"/>
            <a:ext cx="5065776" cy="1469343"/>
          </a:xfrm>
          <a:prstGeom prst="roundRect">
            <a:avLst>
              <a:gd name="adj" fmla="val 7468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訂閱取消信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3840480"/>
            <a:ext cx="4937760" cy="1341327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629400" y="52578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取消信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3 ・ 操作教學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操作流程總覽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508760" y="2606040"/>
            <a:ext cx="9144000" cy="0"/>
          </a:xfrm>
          <a:prstGeom prst="line">
            <a:avLst/>
          </a:prstGeom>
          <a:noFill/>
          <a:ln w="25400">
            <a:solidFill>
              <a:srgbClr val="2262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0" y="2194560"/>
            <a:ext cx="822960" cy="82296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2461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註冊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37033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只要 email，從信中連結設定密碼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83280" y="2194560"/>
            <a:ext cx="822960" cy="82296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32461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登入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2788920" y="37033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進入 Dashboard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0" y="2194560"/>
            <a:ext cx="822960" cy="82296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6928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0" y="32461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開始追蹤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074920" y="37033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選航線、輸入目標價，按「開始免費追蹤」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955280" y="2194560"/>
            <a:ext cx="822960" cy="82296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95528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4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0" y="32461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收通知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7360920" y="37033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價格達標就寄 email 給你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0241280" y="2194560"/>
            <a:ext cx="822960" cy="82296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24128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5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9601200" y="32461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管理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646920" y="37033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調整目標價、取消，或到期後重新訂閱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355848" y="5166360"/>
            <a:ext cx="5486400" cy="731520"/>
          </a:xfrm>
          <a:prstGeom prst="roundRect">
            <a:avLst>
              <a:gd name="adj" fmla="val 15000"/>
            </a:avLst>
          </a:prstGeom>
          <a:solidFill>
            <a:srgbClr val="0E4A50"/>
          </a:solidFill>
          <a:ln w="19050">
            <a:solidFill>
              <a:srgbClr val="E535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3355848" y="516636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從這裡開始：</a:t>
            </a:r>
            <a:pPr algn="ctr" indent="0" marL="0">
              <a:buNone/>
            </a:pPr>
            <a:r>
              <a:rPr lang="en-US" sz="18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flights.roberthut.com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STEP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註冊與設定密碼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84632" y="1581912"/>
            <a:ext cx="3511296" cy="2242566"/>
          </a:xfrm>
          <a:prstGeom prst="roundRect">
            <a:avLst>
              <a:gd name="adj" fmla="val 4893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註冊頁，只需輸入 Em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3383280" cy="21145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343400" y="1581912"/>
            <a:ext cx="3511296" cy="2242566"/>
          </a:xfrm>
          <a:prstGeom prst="roundRect">
            <a:avLst>
              <a:gd name="adj" fmla="val 4893"/>
            </a:avLst>
          </a:prstGeom>
          <a:solidFill>
            <a:srgbClr val="FFFFFF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7" name="Image 1" descr="註冊確認信，含「繼續 / Continue」按鈕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7408" y="2284932"/>
            <a:ext cx="3383280" cy="83652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8193024" y="1581912"/>
            <a:ext cx="3511296" cy="2242566"/>
          </a:xfrm>
          <a:prstGeom prst="roundRect">
            <a:avLst>
              <a:gd name="adj" fmla="val 4893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2" descr="設定密碼頁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1645920"/>
            <a:ext cx="3383280" cy="211455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4041648" y="2703195"/>
            <a:ext cx="246888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11" name="Shape 6"/>
          <p:cNvSpPr/>
          <p:nvPr/>
        </p:nvSpPr>
        <p:spPr>
          <a:xfrm>
            <a:off x="7900416" y="2703195"/>
            <a:ext cx="246888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12" name="Shape 7"/>
          <p:cNvSpPr/>
          <p:nvPr/>
        </p:nvSpPr>
        <p:spPr>
          <a:xfrm>
            <a:off x="548640" y="3931920"/>
            <a:ext cx="384048" cy="384048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54864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1051560" y="393192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打開網站 → 右上角「Sign in / 登入」→「Create one」，只填 Email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4407408" y="3931920"/>
            <a:ext cx="384048" cy="384048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407408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4910328" y="393192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到信箱收信，點「繼續 / Continue」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8257032" y="3931920"/>
            <a:ext cx="384048" cy="384048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257032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8759952" y="393192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設定密碼（至少 6 碼）即完成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548640" y="4983480"/>
            <a:ext cx="11091672" cy="1188720"/>
          </a:xfrm>
          <a:prstGeom prst="roundRect">
            <a:avLst>
              <a:gd name="adj" fmla="val 9231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822960" y="512064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沒收到信？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請檢查垃圾郵件匣。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提醒：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若這個 email 曾在同一帳號系統的其他服務註冊過，設定的新密碼也會成為那些服務的密碼（頁面上有提示）。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STEP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登入與忘記密碼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581912"/>
            <a:ext cx="5431536" cy="3442716"/>
          </a:xfrm>
          <a:prstGeom prst="roundRect">
            <a:avLst>
              <a:gd name="adj" fmla="val 3187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登入頁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645920"/>
            <a:ext cx="5303520" cy="33147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245352" y="1581912"/>
            <a:ext cx="5431536" cy="3442716"/>
          </a:xfrm>
          <a:prstGeom prst="roundRect">
            <a:avLst>
              <a:gd name="adj" fmla="val 3187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7" name="Image 1" descr="忘記密碼頁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45920"/>
            <a:ext cx="5303520" cy="33147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512064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輸入 Email、Password，按「Sign in / 登入」，自動進入 Dashboard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263640" y="512064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點「Forgot password? 忘記密碼？」→ 輸入 email →「Send reset link」→ 從信中連結設定新密碼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登出：Dashboard 右上角「Sign out / 登出」　・　未登入直接開 Dashboard 會被帶回登入頁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STEP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開始免費追蹤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67335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輸入目標價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075688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在「來回目標價 TWD」輸入你的預算，例如 10000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86207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按「開始免費追蹤（一個月）」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264408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立即生效，並收到訂閱成功信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069080"/>
            <a:ext cx="457200" cy="45720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405079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看到「免費 · 有效至 …」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4453128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卡片標籤顯示服務到期日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349240"/>
            <a:ext cx="4114800" cy="914400"/>
          </a:xfrm>
          <a:prstGeom prst="roundRect">
            <a:avLst>
              <a:gd name="adj" fmla="val 12000"/>
            </a:avLst>
          </a:prstGeom>
          <a:solidFill>
            <a:srgbClr val="0E4A50"/>
          </a:solidFill>
          <a:ln w="19050">
            <a:solidFill>
              <a:srgbClr val="E5352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5440680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小技巧：參考卡片下方「最後查詢（來回）」的價格，設一個合理的目標。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10912" y="1627632"/>
            <a:ext cx="3968496" cy="1932360"/>
          </a:xfrm>
          <a:prstGeom prst="roundRect">
            <a:avLst>
              <a:gd name="adj" fmla="val 5678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9" name="Image 0" descr="東京航線卡片：已輸入目標價 10000，尚未訂閱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1691640"/>
            <a:ext cx="3840480" cy="1804344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5074920" y="363931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▼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10912" y="3959352"/>
            <a:ext cx="3968496" cy="2436849"/>
          </a:xfrm>
          <a:prstGeom prst="roundRect">
            <a:avLst>
              <a:gd name="adj" fmla="val 4503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22" name="Image 1" descr="東京航線卡片：免費 · 有效至 2026/10/25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4023360"/>
            <a:ext cx="3840480" cy="2308833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9491472" y="1627632"/>
            <a:ext cx="2139696" cy="4481498"/>
          </a:xfrm>
          <a:prstGeom prst="roundRect">
            <a:avLst>
              <a:gd name="adj" fmla="val 5128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24" name="Image 2" descr="手機版 Dashbo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1691640"/>
            <a:ext cx="2011680" cy="4353482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9509760" y="61447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手機也能用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STEP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管理訂閱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583680" cy="1463040"/>
          </a:xfrm>
          <a:prstGeom prst="roundRect">
            <a:avLst>
              <a:gd name="adj" fmla="val 7500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81051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調整目標價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12848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改數字後按「更新目標價」，立即生效。</a:t>
            </a:r>
            <a:endParaRPr lang="en-US" sz="13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達標後不想每天收到提醒？把目標價調低到低於目前最低價，等真的再降才通知。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6583680" cy="1325880"/>
          </a:xfrm>
          <a:prstGeom prst="roundRect">
            <a:avLst>
              <a:gd name="adj" fmla="val 8276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350215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取消訂閱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904488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點「取消訂閱」→「確定要取消訂閱？取消後立即停止通知。」→「確定取消」或「保留」。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4892040"/>
            <a:ext cx="6583680" cy="1188720"/>
          </a:xfrm>
          <a:prstGeom prst="roundRect">
            <a:avLst>
              <a:gd name="adj" fmla="val 9231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05663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重新訂閱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5458968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到期或取消後，卡片顯示「已結束」，按「免費重新訂閱」再開始一個月。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662672" y="1581912"/>
            <a:ext cx="4014216" cy="2740278"/>
          </a:xfrm>
          <a:prstGeom prst="roundRect">
            <a:avLst>
              <a:gd name="adj" fmla="val 4004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4" name="Image 0" descr="東京航線卡片：取消訂閱確認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1645920"/>
            <a:ext cx="3886200" cy="261226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7662672" y="4370832"/>
            <a:ext cx="4014216" cy="2165397"/>
          </a:xfrm>
          <a:prstGeom prst="roundRect">
            <a:avLst>
              <a:gd name="adj" fmla="val 5067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6" name="Image 1" descr="東京航線卡片：已結束，可免費重新訂閱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4434840"/>
            <a:ext cx="3886200" cy="203738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4 ・ 收尾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Demo 與常見問題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現場示範：註冊 → 設定密碼 → 登入 → 開始免費追蹤 → 收到訂閱成功信 → 取消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458968" cy="960120"/>
          </a:xfrm>
          <a:prstGeom prst="roundRect">
            <a:avLst>
              <a:gd name="adj" fmla="val 11429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039112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要錢嗎？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0487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目前免費，一次一個月，到期可無限次免費重新訂閱。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90488" y="1920240"/>
            <a:ext cx="5458968" cy="960120"/>
          </a:xfrm>
          <a:prstGeom prst="roundRect">
            <a:avLst>
              <a:gd name="adj" fmla="val 11429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19088" y="2039112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多久查一次價？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19088" y="240487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約每 30 分鐘。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017520"/>
            <a:ext cx="5458968" cy="960120"/>
          </a:xfrm>
          <a:prstGeom prst="roundRect">
            <a:avLst>
              <a:gd name="adj" fmla="val 11429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136392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價格準嗎？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50215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來自訂票網站近期查詢，實際以訂購頁為準。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90488" y="3017520"/>
            <a:ext cx="5458968" cy="960120"/>
          </a:xfrm>
          <a:prstGeom prst="roundRect">
            <a:avLst>
              <a:gd name="adj" fmla="val 11429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19088" y="3136392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一直降價會一直寄嗎？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19088" y="350215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不會，最多約 24 小時一封；大幅再降才會提早通知。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114800"/>
            <a:ext cx="5458968" cy="960120"/>
          </a:xfrm>
          <a:prstGeom prst="roundRect">
            <a:avLst>
              <a:gd name="adj" fmla="val 11429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7240" y="4233672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達標後每天都收到信？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59943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把目標價調低到真正想買的價格，或直接取消。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190488" y="4114800"/>
            <a:ext cx="5458968" cy="960120"/>
          </a:xfrm>
          <a:prstGeom prst="roundRect">
            <a:avLst>
              <a:gd name="adj" fmla="val 11429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9088" y="4233672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信上的日期不適合？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19088" y="459943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可在訂票頁調整日期比價，有機會仍在預算內。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5212080"/>
            <a:ext cx="5458968" cy="960120"/>
          </a:xfrm>
          <a:prstGeom prst="roundRect">
            <a:avLst>
              <a:gd name="adj" fmla="val 11429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5330952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可以追蹤多條航線嗎？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569671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可以，每條航線各自訂閱。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190488" y="5212080"/>
            <a:ext cx="5458968" cy="960120"/>
          </a:xfrm>
          <a:prstGeom prst="roundRect">
            <a:avLst>
              <a:gd name="adj" fmla="val 11429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19088" y="5330952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想要的航線沒有？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419088" y="569671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目前先開 4 條，來信告訴我，我會依需求調整。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謝謝！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立即試用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546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https://flights.roberthut.com/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062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航線需求、問題與建議，都歡迎來信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6177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Robert ｜ robertkao5656@gmail.com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863840" y="1325880"/>
            <a:ext cx="3566160" cy="41148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8" name="Image 0" descr="網站 QR code：https://flights.roberthut.com/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0" y="1600200"/>
            <a:ext cx="2926080" cy="29260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863840" y="47548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393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手機掃描開啟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Flight Price Notifier 機票降價通知 — 使用者介紹 v1.1</dc:title>
  <dc:subject>PptxGenJS Presentation</dc:subject>
  <dc:creator>Robert Kao</dc:creator>
  <cp:lastModifiedBy>Robert Kao</cp:lastModifiedBy>
  <cp:revision>1</cp:revision>
  <dcterms:created xsi:type="dcterms:W3CDTF">2026-09-27T04:31:38Z</dcterms:created>
  <dcterms:modified xsi:type="dcterms:W3CDTF">2026-09-27T04:31:38Z</dcterms:modified>
</cp:coreProperties>
</file>