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封面。網址 flights.roberthut.com，結尾頁有 QR code。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用「你上次買機票查了幾天？」開場，讓聽眾回想自己手動比價的經驗。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目前免費：一次訂閱一個月，到期可以再免費重新訂閱，次數不限。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首頁第三張卡片寫的是「月訂閱制…沒有綁約」，目前是免費模式，口頭說明「目前免費」即可。第一張卡片不限台北出發，口頭補充目前也有東京 ✈ 紐約。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強調可以同時追蹤多條航線；想要新的航線請來信，會依需求調整。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信件內容：NT$ 票價、約當 US$、你的目標價；航班詳情（航空公司、航班、去回程時間、飛行時間）；黃色提醒：票價只適用這組日期；「立即訂購」直接帶到訂票搜尋頁。信中票價是訂票網站近期的查詢結果，實際價格以訂購頁為準。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免費訂閱：按下立即生效；一個月到期自動結束；取消立即停止；已結束後可無限次免費重新訂閱。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一個月到期的信需等到期才會收到，這裡以文字說明。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輸入空白、0 或負數會顯示「請輸入有效的目標價」。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清單：事先確認網站處於免費模式（按鈕文字是「開始免費追蹤（一個月）」）；事先準備一個已設定好密碼的帳號，避免現場等註冊信；通知信無法保證現場觸發，準備事先收到的通知信截圖當備案；Demo 完記得取消 Demo 帳號的訂閱。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機票降價通知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 Price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Notifier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設定航線與目標價，機票降價就通知你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Set a route and a target price — we email you when the fare drops.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flights.roberthut.com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Robert Kao ｜ 2026-09-26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08192" y="1673352"/>
            <a:ext cx="5614416" cy="3557016"/>
          </a:xfrm>
          <a:prstGeom prst="roundRect">
            <a:avLst>
              <a:gd name="adj" fmla="val 3085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首頁：Flight Price Notifier，設定航線與目標價，機票降價就通知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3736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・ 開場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你是不是也這樣買機票？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📈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價格天天變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機票價格每天浮動，只能一直手動刷網站。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822960" cy="82296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💰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只在意預算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其實不在意哪天飛，只想用預算內的價格出發。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03120"/>
            <a:ext cx="822960" cy="82296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😩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一錯過就多花好幾千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一不注意低價就沒了，最後多付好幾千。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「你上次買機票，查了幾天？」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・ 開場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一句話介紹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幫你盯著熱門航線，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來回最低價</a:t>
            </a:r>
            <a:pPr indent="0" marL="0">
              <a:buNone/>
            </a:pPr>
            <a:r>
              <a:rPr lang="en-US" sz="2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低於你的目標價</a:t>
            </a:r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，就寄 email 通知你。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適合：預算導向、出發日期有彈性的旅客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NT$0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937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目前免費使用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個月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937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每次訂閱的服務期間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無限次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4937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到期可再免費重新訂閱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功能介紹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三大功能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✈️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73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盯緊熱門航線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214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自動查詢熱門航線的來回最低票價。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777240" cy="77724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🔔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36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達標自動通知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5844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低於你設定的目標價，就寄 email，附「立即訂購」連結。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777240" cy="777240"/>
          </a:xfrm>
          <a:prstGeom prst="ellipse">
            <a:avLst/>
          </a:prstGeom>
          <a:solidFill>
            <a:srgbClr val="E5352F">
              <a:alpha val="20000"/>
            </a:srgbClr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🚫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99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隨時取消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474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不想收了，一鍵取消。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36792" y="1536192"/>
            <a:ext cx="5340096" cy="4285319"/>
          </a:xfrm>
          <a:prstGeom prst="roundRect">
            <a:avLst>
              <a:gd name="adj" fmla="val 2561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首頁全頁與三張功能卡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212080" cy="4157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功能介紹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目前先開放 4 條航線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✈ 東京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37560" y="164592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37560" y="1645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✈ 首爾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 ✈ 倫敦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274320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東京 ✈ 紐約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每條航線各自設定目標價、各自訂閱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來回・新台幣計價（附美金參考）・約每 30 分鐘更新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5010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想追蹤其他航線？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來信告訴我，我會依大家的需求調整航線。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Robert ｜ robertkao5656@gmail.com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91072" y="1581912"/>
            <a:ext cx="5431536" cy="3442716"/>
          </a:xfrm>
          <a:prstGeom prst="roundRect">
            <a:avLst>
              <a:gd name="adj" fmla="val 318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Dashboard 上的四條航線卡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459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功能介紹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降價通知信長什麼樣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36192"/>
            <a:ext cx="6437376" cy="4183263"/>
          </a:xfrm>
          <a:prstGeom prst="roundRect">
            <a:avLst>
              <a:gd name="adj" fmla="val 262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降價通知信：台北到東京 NT$6,938 已達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309360" cy="4055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600200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通知頻率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1305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價格仍低於目標價時，約每 24 小時提醒一次；再大幅下降（降 20% 以上或少 NT$2,000 以上）會提早通知。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3172968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3328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不想每天收到？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703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把目標價調低到你真正想買的價格，價格再降時才通知；不需要了也可以隨時取消。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69480" y="4745736"/>
            <a:ext cx="4343400" cy="1417320"/>
          </a:xfrm>
          <a:prstGeom prst="roundRect">
            <a:avLst>
              <a:gd name="adj" fmla="val 7742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98080" y="49011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回程日期不理想？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52760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在訂票頁調整日期比價，有機會找到仍在預算內的組合（通常不會比通知價更低）。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功能介紹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免費訂閱怎麼運作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30552" cy="777240"/>
          </a:xfrm>
          <a:prstGeom prst="roundRect">
            <a:avLst>
              <a:gd name="adj" fmla="val 14118"/>
            </a:avLst>
          </a:prstGeom>
          <a:solidFill>
            <a:srgbClr val="0E4A50"/>
          </a:solidFill>
          <a:ln w="25400">
            <a:solidFill>
              <a:srgbClr val="2262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尚未訂閱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0" y="1645920"/>
            <a:ext cx="2130552" cy="777240"/>
          </a:xfrm>
          <a:prstGeom prst="roundRect">
            <a:avLst>
              <a:gd name="adj" fmla="val 14118"/>
            </a:avLst>
          </a:prstGeom>
          <a:solidFill>
            <a:srgbClr val="0E4A50"/>
          </a:solidFill>
          <a:ln w="25400">
            <a:solidFill>
              <a:srgbClr val="E535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645920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 · 有效中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509760" y="1645920"/>
            <a:ext cx="2130552" cy="777240"/>
          </a:xfrm>
          <a:prstGeom prst="roundRect">
            <a:avLst>
              <a:gd name="adj" fmla="val 14118"/>
            </a:avLst>
          </a:prstGeom>
          <a:solidFill>
            <a:srgbClr val="0E4A50"/>
          </a:solidFill>
          <a:ln w="25400">
            <a:solidFill>
              <a:srgbClr val="2262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1645920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88920" y="2039112"/>
            <a:ext cx="2130552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697480" y="1572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開始免費追蹤（一個月）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1901952"/>
            <a:ext cx="2130552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269480" y="148132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 或 取消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69480" y="2194560"/>
            <a:ext cx="2130552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head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269480" y="228600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免費重新訂閱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2999232"/>
            <a:ext cx="3374136" cy="2079530"/>
          </a:xfrm>
          <a:prstGeom prst="roundRect">
            <a:avLst>
              <a:gd name="adj" fmla="val 527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東京航線卡片：免費 · 有效至 2026/10/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063240"/>
            <a:ext cx="3246120" cy="195151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5120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訂閱後：「免費 · 有效至 2026/10/25」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42232" y="2999232"/>
            <a:ext cx="3374136" cy="1829828"/>
          </a:xfrm>
          <a:prstGeom prst="roundRect">
            <a:avLst>
              <a:gd name="adj" fmla="val 599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1" descr="東京航線卡片：已結束，可免費重新訂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063240"/>
            <a:ext cx="3246120" cy="170181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16052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結束後：「已結束」＋「免費重新訂閱」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955280" y="306324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按下就生效，不用付款、不用填信用卡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服務一個月，期間內達標就通知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到期自動結束並寄信告知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取消會立即停止通知（不保留到到期日）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已結束後可無限次免費重新訂閱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・ 功能介紹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你會收到哪些信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97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時機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信件主旨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5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訂閱成功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✈️ 免費訂閱成功！台北 → 東京 降價通知已開始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價格達標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✈️ 台北 → 東京 降價通知！NT$x,xxx 已達標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主動取消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已取消 台北 → 東京 的降價通知訂閱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一個月到期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6F1E7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免費訂閱期已結束，附重新訂閱連結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62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24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1112" y="1581912"/>
            <a:ext cx="5065776" cy="1651810"/>
          </a:xfrm>
          <a:prstGeom prst="roundRect">
            <a:avLst>
              <a:gd name="adj" fmla="val 664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免費訂閱成功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4937760" cy="15237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29400" y="3273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訂閱成功信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611112" y="3776472"/>
            <a:ext cx="5065776" cy="1469343"/>
          </a:xfrm>
          <a:prstGeom prst="roundRect">
            <a:avLst>
              <a:gd name="adj" fmla="val 746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訂閱取消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840480"/>
            <a:ext cx="4937760" cy="134132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・ 操作教學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操作流程總覽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08760" y="2606040"/>
            <a:ext cx="9144000" cy="0"/>
          </a:xfrm>
          <a:prstGeom prst="line">
            <a:avLst/>
          </a:prstGeom>
          <a:noFill/>
          <a:ln w="25400">
            <a:solidFill>
              <a:srgbClr val="2262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只要 email，從信中連結設定密碼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進入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開始追蹤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選航線、輸入目標價，按「開始免費追蹤」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收通知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價格達標就寄 email 給你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241280" y="2194560"/>
            <a:ext cx="822960" cy="82296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41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調整目標價、取消，或到期後重新訂閱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55848" y="516636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55848" y="5166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從這裡開始：</a:t>
            </a:r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flights.roberthut.com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註冊與設定密碼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" y="1581912"/>
            <a:ext cx="3511296" cy="2242566"/>
          </a:xfrm>
          <a:prstGeom prst="roundRect">
            <a:avLst>
              <a:gd name="adj" fmla="val 489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註冊頁，只需輸入 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383280" cy="2114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43400" y="1581912"/>
            <a:ext cx="3511296" cy="224256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註冊確認信，含「繼續 / Continue」按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84932"/>
            <a:ext cx="3383280" cy="8365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93024" y="1581912"/>
            <a:ext cx="3511296" cy="2242566"/>
          </a:xfrm>
          <a:prstGeom prst="roundRect">
            <a:avLst>
              <a:gd name="adj" fmla="val 489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2" descr="設定密碼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645920"/>
            <a:ext cx="3383280" cy="21145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41648" y="2703195"/>
            <a:ext cx="246888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1" name="Shape 6"/>
          <p:cNvSpPr/>
          <p:nvPr/>
        </p:nvSpPr>
        <p:spPr>
          <a:xfrm>
            <a:off x="7900416" y="2703195"/>
            <a:ext cx="246888" cy="0"/>
          </a:xfrm>
          <a:prstGeom prst="line">
            <a:avLst/>
          </a:prstGeom>
          <a:noFill/>
          <a:ln w="19050">
            <a:solidFill>
              <a:srgbClr val="A9C6C4"/>
            </a:solidFill>
            <a:prstDash val="solid"/>
            <a:tailEnd type="triangle"/>
          </a:ln>
        </p:spPr>
      </p:sp>
      <p:sp>
        <p:nvSpPr>
          <p:cNvPr id="12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51560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打開網站 → 右上角「Sign in / 登入」→「Create one」，只填 Email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407408" y="3931920"/>
            <a:ext cx="384048" cy="384048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0740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910328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到信箱收信，點「繼續 / Continue」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257032" y="3931920"/>
            <a:ext cx="384048" cy="384048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5703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759952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設定密碼（至少 6 碼）即完成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沒收到信？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請檢查垃圾郵件匣。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提醒：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若這個 email 曾在同一帳號系統的其他服務註冊過，設定的新密碼也會成為那些服務的密碼（頁面上有提示）。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登入與忘記密碼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5431536" cy="3442716"/>
          </a:xfrm>
          <a:prstGeom prst="roundRect">
            <a:avLst>
              <a:gd name="adj" fmla="val 318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登入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03520" cy="3314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45352" y="1581912"/>
            <a:ext cx="5431536" cy="3442716"/>
          </a:xfrm>
          <a:prstGeom prst="roundRect">
            <a:avLst>
              <a:gd name="adj" fmla="val 318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忘記密碼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33147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 Email、Password，按「Sign in / 登入」，自動進入 Dashboard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點「Forgot password? 忘記密碼？」→ 輸入 email →「Send reset link」→ 從信中連結設定新密碼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登出：Dashboard 右上角「Sign out / 登出」　・　未登入直接開 Dashboard 會被帶回登入頁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開始免費追蹤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輸入目標價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756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在「來回目標價 TWD」輸入你的預算，例如 10000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62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按「開始免費追蹤（一個月）」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644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立即生效，並收到訂閱成功信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E5352F"/>
          </a:solidFill>
          <a:ln w="12700">
            <a:solidFill>
              <a:srgbClr val="E53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看到「免費 · 有效至 …」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531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卡片標籤顯示服務到期日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0E4A50"/>
          </a:solidFill>
          <a:ln w="19050">
            <a:solidFill>
              <a:srgbClr val="E535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4406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小技巧：參考卡片下方「最後查詢（來回）」的價格，設一個合理的目標。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10912" y="1627632"/>
            <a:ext cx="3968496" cy="1932360"/>
          </a:xfrm>
          <a:prstGeom prst="roundRect">
            <a:avLst>
              <a:gd name="adj" fmla="val 567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0" descr="東京航線卡片：已輸入目標價 10000，尚未訂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91640"/>
            <a:ext cx="3840480" cy="18043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07492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10912" y="3959352"/>
            <a:ext cx="3968496" cy="2436849"/>
          </a:xfrm>
          <a:prstGeom prst="roundRect">
            <a:avLst>
              <a:gd name="adj" fmla="val 4503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1" descr="東京航線卡片：免費 · 有效至 2026/10/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023360"/>
            <a:ext cx="3840480" cy="2308833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491472" y="1627632"/>
            <a:ext cx="2139696" cy="4481498"/>
          </a:xfrm>
          <a:prstGeom prst="roundRect">
            <a:avLst>
              <a:gd name="adj" fmla="val 5128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2" descr="手機版 Dash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691640"/>
            <a:ext cx="2011680" cy="435348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509760" y="6144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手機也能用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管理訂閱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583680" cy="1463040"/>
          </a:xfrm>
          <a:prstGeom prst="roundRect">
            <a:avLst>
              <a:gd name="adj" fmla="val 7500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調整目標價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改數字後按「更新目標價」，立即生效。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達標後不想每天收到提醒？把目標價調低到低於目前最低價，等真的再降才通知。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6583680" cy="1325880"/>
          </a:xfrm>
          <a:prstGeom prst="roundRect">
            <a:avLst>
              <a:gd name="adj" fmla="val 8276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5021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取消訂閱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044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點「取消訂閱」→「確定要取消訂閱？取消後立即停止通知。」→「確定取消」或「保留」。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50566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重新訂閱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589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到期或取消後，卡片顯示「已結束」，按「免費重新訂閱」再開始一個月。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62672" y="1581912"/>
            <a:ext cx="4014216" cy="2740278"/>
          </a:xfrm>
          <a:prstGeom prst="roundRect">
            <a:avLst>
              <a:gd name="adj" fmla="val 4004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0" descr="東京航線卡片：取消訂閱確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45920"/>
            <a:ext cx="3886200" cy="261226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662672" y="4370832"/>
            <a:ext cx="4014216" cy="2165397"/>
          </a:xfrm>
          <a:prstGeom prst="roundRect">
            <a:avLst>
              <a:gd name="adj" fmla="val 5067"/>
            </a:avLst>
          </a:prstGeom>
          <a:solidFill>
            <a:srgbClr val="0A3F44"/>
          </a:solidFill>
          <a:ln w="12700">
            <a:solidFill>
              <a:srgbClr val="226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東京航線卡片：已結束，可免費重新訂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434840"/>
            <a:ext cx="3886200" cy="20373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・ 收尾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與常見問題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現場示範：註冊 → 設定密碼 → 登入 → 開始免費追蹤 → 收到訂閱成功信 → 取消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要錢嗎？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目前免費，一次一個月，到期可無限次免費重新訂閱。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92024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19088" y="2039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多久查一次價？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2404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約每 30 分鐘。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363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價格準嗎？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021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來自訂票網站近期查詢，實際以訂購頁為準。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0488" y="301752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31363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一直降價會一直寄嗎？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5021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不會，最多約 24 小時一封；大幅再降才會提早通知。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336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達標後每天都收到信？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994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把目標價調低到真正想買的價格，或直接取消。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0488" y="411480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2336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信上的日期不適合？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5994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可在訂票頁調整日期比價，有機會仍在預算內。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330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可以追蹤多條航線嗎？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6967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可以，每條航線各自訂閱。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0488" y="5212080"/>
            <a:ext cx="5458968" cy="960120"/>
          </a:xfrm>
          <a:prstGeom prst="roundRect">
            <a:avLst>
              <a:gd name="adj" fmla="val 11429"/>
            </a:avLst>
          </a:prstGeom>
          <a:solidFill>
            <a:srgbClr val="0E4A50"/>
          </a:solidFill>
          <a:ln w="12700">
            <a:solidFill>
              <a:srgbClr val="2262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5330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想要的航線沒有？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56967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目前先開 4 條，來信告訴我，我會依需求調整。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3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謝謝！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5352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立即試用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https://flights.roberthut.com/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C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航線需求、問題與建議，都歡迎來信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Robert ｜ robertkao5656@gmail.com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63840" y="13258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網站 QR code：https://flights.roberthut.com/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00200"/>
            <a:ext cx="2926080" cy="2926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63840" y="4754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39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手機掃描開啟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 Notifier 機票降價通知 — 使用者介紹 v1.1</dc:title>
  <dc:subject>PptxGenJS Presentation</dc:subject>
  <dc:creator>Robert Kao</dc:creator>
  <cp:lastModifiedBy>Robert Kao</cp:lastModifiedBy>
  <cp:revision>1</cp:revision>
  <dcterms:created xsi:type="dcterms:W3CDTF">2026-09-27T03:47:18Z</dcterms:created>
  <dcterms:modified xsi:type="dcterms:W3CDTF">2026-09-27T03:47:18Z</dcterms:modified>
</cp:coreProperties>
</file>